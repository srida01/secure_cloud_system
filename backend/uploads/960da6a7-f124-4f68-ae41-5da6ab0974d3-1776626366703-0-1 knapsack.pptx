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BC99-9457-41D3-B2C1-5AA3EAD6E3E8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0F67-E7C6-457F-A7CF-6C507594E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124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BC99-9457-41D3-B2C1-5AA3EAD6E3E8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0F67-E7C6-457F-A7CF-6C507594E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419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BC99-9457-41D3-B2C1-5AA3EAD6E3E8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0F67-E7C6-457F-A7CF-6C507594E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60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BC99-9457-41D3-B2C1-5AA3EAD6E3E8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0F67-E7C6-457F-A7CF-6C507594E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3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BC99-9457-41D3-B2C1-5AA3EAD6E3E8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0F67-E7C6-457F-A7CF-6C507594E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405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BC99-9457-41D3-B2C1-5AA3EAD6E3E8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0F67-E7C6-457F-A7CF-6C507594E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94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BC99-9457-41D3-B2C1-5AA3EAD6E3E8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0F67-E7C6-457F-A7CF-6C507594E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68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BC99-9457-41D3-B2C1-5AA3EAD6E3E8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0F67-E7C6-457F-A7CF-6C507594E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729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BC99-9457-41D3-B2C1-5AA3EAD6E3E8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0F67-E7C6-457F-A7CF-6C507594E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438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BC99-9457-41D3-B2C1-5AA3EAD6E3E8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0F67-E7C6-457F-A7CF-6C507594E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817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BC99-9457-41D3-B2C1-5AA3EAD6E3E8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0F67-E7C6-457F-A7CF-6C507594E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22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8BC99-9457-41D3-B2C1-5AA3EAD6E3E8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F0F67-E7C6-457F-A7CF-6C507594E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75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41" y="367970"/>
            <a:ext cx="596265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36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594" y="392142"/>
            <a:ext cx="6172200" cy="2019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4672"/>
            <a:ext cx="327804" cy="2303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62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492" y="377675"/>
            <a:ext cx="602932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04" y="345686"/>
            <a:ext cx="613410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7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33" y="371115"/>
            <a:ext cx="62865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25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941" y="380909"/>
            <a:ext cx="556260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209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55" y="460704"/>
            <a:ext cx="608647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878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77" y="505274"/>
            <a:ext cx="6315075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1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45" y="445429"/>
            <a:ext cx="580072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18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725" y="240371"/>
            <a:ext cx="604837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18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06" y="468792"/>
            <a:ext cx="50101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68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698" y="280178"/>
            <a:ext cx="63817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846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80" y="398522"/>
            <a:ext cx="613410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59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519921"/>
            <a:ext cx="548640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91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220" y="465647"/>
            <a:ext cx="525780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9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196" y="361321"/>
            <a:ext cx="59817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474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636" y="469869"/>
            <a:ext cx="61245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68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802" y="715183"/>
            <a:ext cx="615315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305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99" y="566198"/>
            <a:ext cx="619125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86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17" y="340923"/>
            <a:ext cx="614362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99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20" y="648867"/>
            <a:ext cx="62388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1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852" y="890498"/>
            <a:ext cx="64103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18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csedept</dc:creator>
  <cp:lastModifiedBy>csedept</cp:lastModifiedBy>
  <cp:revision>2</cp:revision>
  <dcterms:created xsi:type="dcterms:W3CDTF">2023-03-27T06:03:59Z</dcterms:created>
  <dcterms:modified xsi:type="dcterms:W3CDTF">2023-03-27T06:05:15Z</dcterms:modified>
</cp:coreProperties>
</file>